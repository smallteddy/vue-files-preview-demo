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2fdda3cc7cd98d109c8e47b0438945077aec901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</p:transition>
    </mc:Choice>
    <mc:Fallback>
      <p:transition spd="slow">
        <p:wheel spokes="8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2fdda3cc7cd98d109c8e47b0438945077aec901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2fdda3cc7cd98d109c8e47b0438945077aec901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</p:transition>
    </mc:Choice>
    <mc:Fallback>
      <p:transition spd="med">
        <p:newsflash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2fdda3cc7cd98d109c8e47b0438945077aec901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2fdda3cc7cd98d109c8e47b0438945077aec901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2fdda3cc7cd98d109c8e47b0438945077aec901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4aa5f7d781a76b68dc20e0904b8876bb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ags/tag1.xml><?xml version="1.0" encoding="utf-8"?>
<p:tagLst xmlns:p="http://schemas.openxmlformats.org/presentationml/2006/main">
  <p:tag name="commondata" val="eyJoZGlkIjoiNzE4MWE2MzVhMTY3MmE2OWYyZjRiZTMzNGJjOTI0Nz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WPS_1657293289</cp:lastModifiedBy>
  <cp:revision>8</cp:revision>
  <dcterms:created xsi:type="dcterms:W3CDTF">2023-08-09T12:44:00Z</dcterms:created>
  <dcterms:modified xsi:type="dcterms:W3CDTF">2023-12-14T05:41:42Z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2052-12.1.0.15990</vt:lpwstr>
  </property>
</Properties>
</file>